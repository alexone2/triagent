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28016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000" b="1">
                <a:solidFill>
                  <a:srgbClr val="1D5F7A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961120" cy="8229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Phishing triage is still too manual.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424160" cy="7315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Aptos"/>
              </a:rPr>
              <a:t>User-reported suspicious emails still turn into scattered checks across mail clients, URL tools, sandboxes, SIEM searches, and tickets.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23160"/>
            <a:ext cx="361188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3611880" cy="1828800"/>
          </a:xfrm>
          <a:prstGeom prst="rect">
            <a:avLst/>
          </a:prstGeom>
          <a:noFill/>
        </p:spPr>
        <p:txBody>
          <a:bodyPr wrap="square" anchor="t" lIns="164592" rIns="164592" tIns="164592" bIns="164592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Aptos Display"/>
              </a:rPr>
              <a:t>Repetitive analysis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Analysts repeat the same evidence-gathering steps for each reported email.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Similar emails are often handled one by one instead of as one wave.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423160"/>
            <a:ext cx="361188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514600"/>
            <a:ext cx="3611880" cy="1828800"/>
          </a:xfrm>
          <a:prstGeom prst="rect">
            <a:avLst/>
          </a:prstGeom>
          <a:noFill/>
        </p:spPr>
        <p:txBody>
          <a:bodyPr wrap="square" anchor="t" lIns="164592" rIns="164592" tIns="164592" bIns="164592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Aptos Display"/>
              </a:rPr>
              <a:t>Defensible decisions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The job is not only a verdict; it is rationale, artifacts, and clean closure.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Documentation and auditability add real workload.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423160"/>
            <a:ext cx="361188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514600"/>
            <a:ext cx="3611880" cy="1828800"/>
          </a:xfrm>
          <a:prstGeom prst="rect">
            <a:avLst/>
          </a:prstGeom>
          <a:noFill/>
        </p:spPr>
        <p:txBody>
          <a:bodyPr wrap="square" anchor="t" lIns="164592" rIns="164592" tIns="164592" bIns="164592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Aptos Display"/>
              </a:rPr>
              <a:t>Regulated friction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Cloud-first tooling is harder to adopt when email content should stay local.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A focused on-prem workflow is easier to discuss than a broad suite replacement.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36592"/>
            <a:ext cx="1110996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28032"/>
            <a:ext cx="10972800" cy="5029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500" b="1">
                <a:solidFill>
                  <a:srgbClr val="172847"/>
                </a:solidFill>
                <a:latin typeface="Aptos"/>
              </a:rPr>
              <a:t>Hypothesis: the sharper problem is not better phishing detection alone. It is faster evidence gathering, categorization, and documentation for reported email.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15000"/>
            <a:ext cx="548640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Founder context: Alexander Huelsmann · MSc thesis on AI-assisted phishing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355080"/>
            <a:ext cx="182880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Triagent ·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64592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000" b="1">
                <a:solidFill>
                  <a:srgbClr val="1D5F7A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6949440" cy="6858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What I validated so far.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515600" cy="5029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Current evidence comes from interviews, follow-up chats, and AI-assisted Reddit workflow research. Buyer validation is the next open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347472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30552"/>
            <a:ext cx="347472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72847"/>
                </a:solidFill>
                <a:latin typeface="Aptos Display"/>
              </a:rPr>
              <a:t>7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Aptos Display"/>
              </a:rPr>
              <a:t>Interviews</a:t>
            </a:r>
          </a:p>
          <a:p>
            <a:r>
              <a:rPr sz="1100">
                <a:solidFill>
                  <a:srgbClr val="475569"/>
                </a:solidFill>
                <a:latin typeface="Aptos"/>
              </a:rPr>
              <a:t>Direct analyst and operator workflow conversations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057400"/>
            <a:ext cx="27432" cy="1325880"/>
          </a:xfrm>
          <a:prstGeom prst="rect">
            <a:avLst/>
          </a:prstGeom>
          <a:solidFill>
            <a:srgbClr val="D7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79" y="2057400"/>
            <a:ext cx="347472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2130552"/>
            <a:ext cx="347472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72847"/>
                </a:solidFill>
                <a:latin typeface="Aptos Display"/>
              </a:rPr>
              <a:t>5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Aptos Display"/>
              </a:rPr>
              <a:t>Follow-up chats</a:t>
            </a:r>
          </a:p>
          <a:p>
            <a:r>
              <a:rPr sz="1100">
                <a:solidFill>
                  <a:srgbClr val="475569"/>
                </a:solidFill>
                <a:latin typeface="Aptos"/>
              </a:rPr>
              <a:t>Additional validation conversations across the same problem area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57400"/>
            <a:ext cx="27432" cy="1325880"/>
          </a:xfrm>
          <a:prstGeom prst="rect">
            <a:avLst/>
          </a:prstGeom>
          <a:solidFill>
            <a:srgbClr val="D7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19" y="2057400"/>
            <a:ext cx="347472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130552"/>
            <a:ext cx="347472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72847"/>
                </a:solidFill>
                <a:latin typeface="Aptos Display"/>
              </a:rPr>
              <a:t>AI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Aptos Display"/>
              </a:rPr>
              <a:t>Reddit research</a:t>
            </a:r>
          </a:p>
          <a:p>
            <a:r>
              <a:rPr sz="1100">
                <a:solidFill>
                  <a:srgbClr val="475569"/>
                </a:solidFill>
                <a:latin typeface="Aptos"/>
              </a:rPr>
              <a:t>AI-assisted scraping and synthesis of analyst pain and workflow patterns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690372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22191"/>
            <a:ext cx="6903720" cy="1920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 Display"/>
              </a:rPr>
              <a:t>Recurring learnings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Reported phishing handling is a daily analyst task and still largely manual.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On-prem / privacy constraints matter; a smaller focused tool is easier to discuss than a broad cloud suite.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URL shorteners and attachment edge cases still require analyst review. Black-box automation is not enough.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The wedge shifted from better detection to better analyst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3749039"/>
            <a:ext cx="3931920" cy="27432"/>
          </a:xfrm>
          <a:prstGeom prst="rect">
            <a:avLst/>
          </a:prstGeom>
          <a:solidFill>
            <a:srgbClr val="B5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822191"/>
            <a:ext cx="3931920" cy="1920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r>
              <a:rPr sz="1800" b="1">
                <a:solidFill>
                  <a:srgbClr val="B56B00"/>
                </a:solidFill>
                <a:latin typeface="Aptos Display"/>
              </a:rPr>
              <a:t>Open validation question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72847"/>
                </a:solidFill>
                <a:latin typeface="Aptos"/>
              </a:rPr>
              <a:t>• The analyst pain is clear, but buyer sponsorship still needs proof.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72847"/>
                </a:solidFill>
                <a:latin typeface="Aptos"/>
              </a:rPr>
              <a:t>• Next step: validate whether SOC managers or MSSPs will back a pilot.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72847"/>
                </a:solidFill>
                <a:latin typeface="Aptos"/>
              </a:rPr>
              <a:t>• Target outcome: 1-3 design partners with real workflow access.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355080"/>
            <a:ext cx="182880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Triagent ·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46304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000" b="1">
                <a:solidFill>
                  <a:srgbClr val="1D5F7A"/>
                </a:solidFill>
                <a:latin typeface="Apto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863840" cy="6858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Triagent: analyst-in-the-loop phishing triage.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607040" cy="5029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Triagent does not replace the analyst. It removes repetitive evidence collection and packages the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214884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2148840" cy="23500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r>
              <a:rPr sz="1100" b="1">
                <a:solidFill>
                  <a:srgbClr val="1D5F7A"/>
                </a:solidFill>
                <a:latin typeface="Aptos Display"/>
              </a:rPr>
              <a:t>01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ptos Display"/>
              </a:rPr>
              <a:t>Ingest reported email</a:t>
            </a:r>
          </a:p>
          <a:p>
            <a:r>
              <a:rPr sz="1200">
                <a:solidFill>
                  <a:srgbClr val="475569"/>
                </a:solidFill>
                <a:latin typeface="Aptos"/>
              </a:rPr>
              <a:t>Start from the original message or the Outlook add-in.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7208" y="2148840"/>
            <a:ext cx="214884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7208" y="2221992"/>
            <a:ext cx="2148840" cy="23500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r>
              <a:rPr sz="1100" b="1">
                <a:solidFill>
                  <a:srgbClr val="1D5F7A"/>
                </a:solidFill>
                <a:latin typeface="Aptos Display"/>
              </a:rPr>
              <a:t>02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ptos Display"/>
              </a:rPr>
              <a:t>Auto-categorize</a:t>
            </a:r>
          </a:p>
          <a:p>
            <a:r>
              <a:rPr sz="1200">
                <a:solidFill>
                  <a:srgbClr val="475569"/>
                </a:solidFill>
                <a:latin typeface="Aptos"/>
              </a:rPr>
              <a:t>Separate likely benign reports from analyst-worthy cases.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2148840"/>
            <a:ext cx="214884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65776" y="2221992"/>
            <a:ext cx="2148840" cy="23500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r>
              <a:rPr sz="1100" b="1">
                <a:solidFill>
                  <a:srgbClr val="1D5F7A"/>
                </a:solidFill>
                <a:latin typeface="Aptos Display"/>
              </a:rPr>
              <a:t>03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ptos Display"/>
              </a:rPr>
              <a:t>Enrich evidence</a:t>
            </a:r>
          </a:p>
          <a:p>
            <a:r>
              <a:rPr sz="1200">
                <a:solidFill>
                  <a:srgbClr val="475569"/>
                </a:solidFill>
                <a:latin typeface="Aptos"/>
              </a:rPr>
              <a:t>Headers, URLs, attachments, auth signals, and context are collected.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24344" y="2148840"/>
            <a:ext cx="214884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4344" y="2221992"/>
            <a:ext cx="2148840" cy="23500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r>
              <a:rPr sz="1100" b="1">
                <a:solidFill>
                  <a:srgbClr val="1D5F7A"/>
                </a:solidFill>
                <a:latin typeface="Aptos Display"/>
              </a:rPr>
              <a:t>04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ptos Display"/>
              </a:rPr>
              <a:t>Assist draft + analyst review</a:t>
            </a:r>
          </a:p>
          <a:p>
            <a:r>
              <a:rPr sz="1200">
                <a:solidFill>
                  <a:srgbClr val="475569"/>
                </a:solidFill>
                <a:latin typeface="Aptos"/>
              </a:rPr>
              <a:t>Triagent drafts a resolution, but the analyst approves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82912" y="2148840"/>
            <a:ext cx="214884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2912" y="2221992"/>
            <a:ext cx="2148840" cy="23500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r>
              <a:rPr sz="1100" b="1">
                <a:solidFill>
                  <a:srgbClr val="1D5F7A"/>
                </a:solidFill>
                <a:latin typeface="Aptos Display"/>
              </a:rPr>
              <a:t>05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Aptos Display"/>
              </a:rPr>
              <a:t>Export the case</a:t>
            </a:r>
          </a:p>
          <a:p>
            <a:r>
              <a:rPr sz="1200">
                <a:solidFill>
                  <a:srgbClr val="475569"/>
                </a:solidFill>
                <a:latin typeface="Aptos"/>
              </a:rPr>
              <a:t>Generate evidence reports, IOCs, and audit-ready history.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83480"/>
            <a:ext cx="1110996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65776"/>
            <a:ext cx="11064240" cy="384048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500" b="1">
                <a:solidFill>
                  <a:srgbClr val="172847"/>
                </a:solidFill>
                <a:latin typeface="Aptos"/>
              </a:rPr>
              <a:t>Automatic categorization protects analyst time; evidence-first review makes the remaining cases faster and more defensible.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355080"/>
            <a:ext cx="182880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Triagent ·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55448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000" b="1">
                <a:solidFill>
                  <a:srgbClr val="1D5F7A"/>
                </a:solidFill>
                <a:latin typeface="Aptos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132320" cy="6858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From idea to working prototype.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607040" cy="5029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The goal of the last weeks was not polish; it was to turn the concept into something demoable and testable.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6400800" cy="35650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0" y="1874519"/>
            <a:ext cx="27432" cy="3246120"/>
          </a:xfrm>
          <a:prstGeom prst="rect">
            <a:avLst/>
          </a:prstGeom>
          <a:solidFill>
            <a:srgbClr val="D7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74519"/>
            <a:ext cx="4343400" cy="3246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Aptos Display"/>
              </a:rPr>
              <a:t>Already working today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475569"/>
                </a:solidFill>
                <a:latin typeface="Aptos"/>
              </a:rPr>
              <a:t>• .eml / .msg intake and Outlook add-in path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475569"/>
                </a:solidFill>
                <a:latin typeface="Aptos"/>
              </a:rPr>
              <a:t>• In-tray, report workspace, and analyst resolution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475569"/>
                </a:solidFill>
                <a:latin typeface="Aptos"/>
              </a:rPr>
              <a:t>• URL, attachment, auth, transmission, and raw-source analysis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475569"/>
                </a:solidFill>
                <a:latin typeface="Aptos"/>
              </a:rPr>
              <a:t>• Local assist draft with flagged artifacts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475569"/>
                </a:solidFill>
                <a:latin typeface="Aptos"/>
              </a:rPr>
              <a:t>• PDF / IOC export and tamper-evident audit log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475569"/>
                </a:solidFill>
                <a:latin typeface="Aptos"/>
              </a:rPr>
              <a:t>• Synthetic corpus plus one-command demo reset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11109960" cy="27432"/>
          </a:xfrm>
          <a:prstGeom prst="rect">
            <a:avLst/>
          </a:prstGeom>
          <a:solidFill>
            <a:srgbClr val="B5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14416"/>
            <a:ext cx="10972800" cy="3657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400" b="1">
                <a:solidFill>
                  <a:srgbClr val="172847"/>
                </a:solidFill>
                <a:latin typeface="Aptos"/>
              </a:rPr>
              <a:t>Current status: validation-grade prototype, not yet an enterprise-ready platform. Next goal: test one complete workflow on real or semi-real cases.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355080"/>
            <a:ext cx="182880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Triagent ·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000" b="1">
                <a:solidFill>
                  <a:srgbClr val="1D5F7A"/>
                </a:solidFill>
                <a:latin typeface="Aptos"/>
              </a:rPr>
              <a:t>MARKET / MODEL / USP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772400" cy="6858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Beachhead first, not broad cyber.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424160" cy="5029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The initial market is narrow on purpose: phishing triage workflows in regulated SOCs and MSSPs.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56616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566160" cy="3063240"/>
          </a:xfrm>
          <a:prstGeom prst="rect">
            <a:avLst/>
          </a:prstGeom>
          <a:noFill/>
        </p:spPr>
        <p:txBody>
          <a:bodyPr wrap="square" anchor="t" lIns="164592" rIns="164592" tIns="164592" bIns="164592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Aptos Display"/>
              </a:rPr>
              <a:t>Beachhead customer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Internal SOC / SecOps teams with recurring phishing mailbox volume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MSSPs serving regulated or privacy-sensitive clients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Likely champion: SOC manager, MSSP service lead, or CISO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2011680"/>
            <a:ext cx="3566160" cy="27432"/>
          </a:xfrm>
          <a:prstGeom prst="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2103120"/>
            <a:ext cx="3566160" cy="3063240"/>
          </a:xfrm>
          <a:prstGeom prst="rect">
            <a:avLst/>
          </a:prstGeom>
          <a:noFill/>
        </p:spPr>
        <p:txBody>
          <a:bodyPr wrap="square" anchor="t" lIns="164592" rIns="164592" tIns="164592" bIns="164592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Aptos Display"/>
              </a:rPr>
              <a:t>Business model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Design-partner pilots first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Then annual on-prem licence or managed deployment fee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Focus on workflow pull before optimizing pricing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3296" y="2011680"/>
            <a:ext cx="356616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3296" y="2103120"/>
            <a:ext cx="3566160" cy="3063240"/>
          </a:xfrm>
          <a:prstGeom prst="rect">
            <a:avLst/>
          </a:prstGeom>
          <a:noFill/>
        </p:spPr>
        <p:txBody>
          <a:bodyPr wrap="square" anchor="t" lIns="164592" rIns="164592" tIns="164592" bIns="164592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Aptos Display"/>
              </a:rPr>
              <a:t>Alternatives / USP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Alternatives today: manual workflow, broad suites, SOAR, phishing-analysis tools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USP: on-prem, workflow-first, evidence-report-first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75569"/>
                </a:solidFill>
                <a:latin typeface="Aptos"/>
              </a:rPr>
              <a:t>• Campaign clustering is part of the product direction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486400"/>
            <a:ext cx="11109960" cy="2743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68696"/>
            <a:ext cx="10972800" cy="3474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Aptos"/>
              </a:rPr>
              <a:t>Biggest commercial question: will buyers pay for this narrower workflow wedge, or treat it as just a feature?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355080"/>
            <a:ext cx="182880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Triagent ·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000" b="1">
                <a:solidFill>
                  <a:srgbClr val="1D5F7A"/>
                </a:solidFill>
                <a:latin typeface="Aptos"/>
              </a:rPr>
              <a:t>ROADMAP /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6858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Next milestone: 3 design partners.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241280" cy="5029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This is a progress pitch: I am not claiming PMF yet. I am asking for access to test the workflow in real settings.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548640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84832"/>
            <a:ext cx="54864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D5F7A"/>
                </a:solidFill>
                <a:latin typeface="Aptos Display"/>
              </a:rPr>
              <a:t>Next 2 weeks</a:t>
            </a:r>
          </a:p>
          <a:p>
            <a:r>
              <a:rPr sz="1200">
                <a:solidFill>
                  <a:srgbClr val="475569"/>
                </a:solidFill>
                <a:latin typeface="Aptos"/>
              </a:rPr>
              <a:t>Polish one complete reported-email triage workflow for repeatable demos.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54680"/>
            <a:ext cx="548640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27832"/>
            <a:ext cx="54864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D5F7A"/>
                </a:solidFill>
                <a:latin typeface="Aptos Display"/>
              </a:rPr>
              <a:t>Next 4 weeks</a:t>
            </a:r>
          </a:p>
          <a:p>
            <a:r>
              <a:rPr sz="1200">
                <a:solidFill>
                  <a:srgbClr val="475569"/>
                </a:solidFill>
                <a:latin typeface="Aptos"/>
              </a:rPr>
              <a:t>Run shadow pilots on real or semi-real reported phishing cases.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97680"/>
            <a:ext cx="5486400" cy="27432"/>
          </a:xfrm>
          <a:prstGeom prst="rect">
            <a:avLst/>
          </a:prstGeom>
          <a:solidFill>
            <a:srgbClr val="1D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70832"/>
            <a:ext cx="54864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D5F7A"/>
                </a:solidFill>
                <a:latin typeface="Aptos Display"/>
              </a:rPr>
              <a:t>Next 8 weeks</a:t>
            </a:r>
          </a:p>
          <a:p>
            <a:r>
              <a:rPr sz="1200">
                <a:solidFill>
                  <a:srgbClr val="475569"/>
                </a:solidFill>
                <a:latin typeface="Aptos"/>
              </a:rPr>
              <a:t>Measure time saved, report quality, and willingness to pay.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27432" cy="3611880"/>
          </a:xfrm>
          <a:prstGeom prst="rect">
            <a:avLst/>
          </a:prstGeom>
          <a:solidFill>
            <a:srgbClr val="D7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257800" cy="3611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r>
              <a:rPr sz="1800" b="1">
                <a:solidFill>
                  <a:srgbClr val="172847"/>
                </a:solidFill>
                <a:latin typeface="Aptos Display"/>
              </a:rPr>
              <a:t>What I’m looking for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72847"/>
                </a:solidFill>
                <a:latin typeface="Aptos"/>
              </a:rPr>
              <a:t>• Introductions to SOC managers, MSSP operators, and IT security leads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72847"/>
                </a:solidFill>
                <a:latin typeface="Aptos"/>
              </a:rPr>
              <a:t>• 30-minute workflow interviews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72847"/>
                </a:solidFill>
                <a:latin typeface="Aptos"/>
              </a:rPr>
              <a:t>• 1-3 design-partner or shadow-pilot opportunities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72847"/>
                </a:solidFill>
                <a:latin typeface="Aptos"/>
              </a:rPr>
              <a:t>• Network and validation support before capital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806440"/>
            <a:ext cx="11109960" cy="27432"/>
          </a:xfrm>
          <a:prstGeom prst="rect">
            <a:avLst/>
          </a:prstGeom>
          <a:solidFill>
            <a:srgbClr val="17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888736"/>
            <a:ext cx="10972800" cy="329184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/>
            <a:r>
              <a:rPr sz="1400" b="1">
                <a:solidFill>
                  <a:srgbClr val="172847"/>
                </a:solidFill>
                <a:latin typeface="Aptos"/>
              </a:rPr>
              <a:t>Current status: founder-market fit + early analyst validation + working prototype. Next step: buyer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355080"/>
            <a:ext cx="1828800" cy="2286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Triagent ·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Triagent REACH Validation Pitch</dc:title>
  <dc:subject>REACH Startup Validation Lab final pitch</dc:subject>
  <dc:creator>Alexander Huelsmann / Codex</dc:creator>
  <cp:keywords>Triagent, phishing triage, validation pitch, REACH</cp:keywords>
  <dc:description>Generated from repo-grounded product context and validation notes.</dc:description>
  <cp:lastModifiedBy>Steve Canny</cp:lastModifiedBy>
  <cp:revision>1</cp:revision>
  <dcterms:created xsi:type="dcterms:W3CDTF">2026-04-24T08:08:15Z</dcterms:created>
  <dcterms:modified xsi:type="dcterms:W3CDTF">2013-01-27T09:15:58Z</dcterms:modified>
  <cp:category/>
</cp:coreProperties>
</file>